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7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6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89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4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2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5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7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2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02A273E-C448-4878-95B6-C1798E4B636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29FA3E15-21C5-4D5B-8C26-08B7D4468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915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6417-DFCF-4A12-5CD6-33B3FE234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Telco 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DAF9A-97B3-8574-864E-E09CE11E7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Brandon Rumbarger</a:t>
            </a:r>
          </a:p>
        </p:txBody>
      </p:sp>
      <p:pic>
        <p:nvPicPr>
          <p:cNvPr id="1026" name="Picture 2" descr="Telco 2026">
            <a:extLst>
              <a:ext uri="{FF2B5EF4-FFF2-40B4-BE49-F238E27FC236}">
                <a16:creationId xmlns:a16="http://schemas.microsoft.com/office/drawing/2014/main" id="{7DB0FD33-B019-ABE3-C119-B70968D89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4" b="15792"/>
          <a:stretch>
            <a:fillRect/>
          </a:stretch>
        </p:blipFill>
        <p:spPr bwMode="auto">
          <a:xfrm>
            <a:off x="-1" y="10"/>
            <a:ext cx="12192001" cy="420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47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F3CF-CF1A-B515-2A60-4C7F30CF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EBA7619-0CCF-E9C7-61FB-1C7CE0811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792936"/>
            <a:ext cx="742767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churn reduces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Retention is cheaper than acquisition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competition makes switching easy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identify at-risk customers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AAE545-DCE0-08BE-BB58-CDB73B47C43D}"/>
              </a:ext>
            </a:extLst>
          </p:cNvPr>
          <p:cNvSpPr txBox="1"/>
          <p:nvPr/>
        </p:nvSpPr>
        <p:spPr>
          <a:xfrm>
            <a:off x="7859496" y="1792936"/>
            <a:ext cx="4332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Goal: Predict churn and identify key drivers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CBEE81B-6BA8-CE6C-C732-B722260DA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7" y="3649293"/>
            <a:ext cx="898357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200" b="1" dirty="0"/>
              <a:t>Approach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/>
              <a:t>Data split: 70% training / 30% testing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/>
              <a:t>Dataset: Telco Customer Churn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/>
              <a:t>-~7,000 customers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/>
              <a:t>Model: Logistic Regression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8CD57-A099-B47E-DB31-CA4749B34E4F}"/>
              </a:ext>
            </a:extLst>
          </p:cNvPr>
          <p:cNvSpPr txBox="1"/>
          <p:nvPr/>
        </p:nvSpPr>
        <p:spPr>
          <a:xfrm>
            <a:off x="7859496" y="3855039"/>
            <a:ext cx="50211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/>
              <a:t>Key variables: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None/>
            </a:pPr>
            <a:r>
              <a:rPr lang="en-US" altLang="en-US" sz="3000" dirty="0"/>
              <a:t>-Tenure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None/>
            </a:pPr>
            <a:r>
              <a:rPr lang="en-US" altLang="en-US" sz="3000" dirty="0"/>
              <a:t>-Monthly Charges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None/>
            </a:pPr>
            <a:r>
              <a:rPr lang="en-US" altLang="en-US" sz="3000" dirty="0"/>
              <a:t>-Contract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63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78B6-858A-C411-5801-2903654B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98733"/>
            <a:ext cx="10515600" cy="1325563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DDBD4B-F388-1C32-B558-35FD81CD9D1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877639"/>
            <a:ext cx="5181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78.8%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84A6CDB-F3AB-F86C-2BBD-F3803227D79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516880" y="1349218"/>
            <a:ext cx="696747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Accuracy:78.8%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/>
              <a:t>AUC:0.83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Higher monthly charges have more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Longer tenure </a:t>
            </a:r>
            <a:r>
              <a:rPr lang="en-US" altLang="en-US" sz="3200" dirty="0"/>
              <a:t>have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less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Month-to-month contracts have the highest churn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BC36E0-9E6B-0354-8B71-CDE9AE6FD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24" y="2158023"/>
            <a:ext cx="4678680" cy="315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6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9B99-5A36-3D54-AB44-457FA27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ResultS</a:t>
            </a:r>
            <a:endParaRPr lang="en-US" sz="4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0618C2-F90E-5571-9443-73CFEE7072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9096" y="1767140"/>
            <a:ext cx="436503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Month-to-month contracts have the highest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Long-term contracts have the lowest churn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Contract type is the strongest predictor of churn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95ED6-F445-39E4-7999-9E49E43A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493715"/>
            <a:ext cx="5150277" cy="3695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513181-B924-3EF1-8DC3-4C7E3882A405}"/>
              </a:ext>
            </a:extLst>
          </p:cNvPr>
          <p:cNvSpPr txBox="1"/>
          <p:nvPr/>
        </p:nvSpPr>
        <p:spPr>
          <a:xfrm>
            <a:off x="793662" y="4855374"/>
            <a:ext cx="479631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Results</a:t>
            </a:r>
          </a:p>
          <a:p>
            <a:pPr algn="ctr"/>
            <a:r>
              <a:rPr lang="en-US" sz="2800" dirty="0"/>
              <a:t>Promote long-term contracts </a:t>
            </a:r>
          </a:p>
          <a:p>
            <a:pPr algn="ctr"/>
            <a:r>
              <a:rPr lang="en-US" sz="2800" dirty="0"/>
              <a:t>Target high-risk customers </a:t>
            </a:r>
          </a:p>
          <a:p>
            <a:pPr algn="ctr"/>
            <a:r>
              <a:rPr lang="en-US" sz="2800" dirty="0"/>
              <a:t>Review pricing strategy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49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166</TotalTime>
  <Words>131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Wingdings</vt:lpstr>
      <vt:lpstr>Banded</vt:lpstr>
      <vt:lpstr>Telco Customer Churn Analysis</vt:lpstr>
      <vt:lpstr>Problem</vt:lpstr>
      <vt:lpstr>Insights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Rumbarger, Brandon</dc:creator>
  <cp:lastModifiedBy>Rumbarger, Brandon</cp:lastModifiedBy>
  <cp:revision>4</cp:revision>
  <dcterms:created xsi:type="dcterms:W3CDTF">2026-04-30T00:30:55Z</dcterms:created>
  <dcterms:modified xsi:type="dcterms:W3CDTF">2026-04-30T21:27:30Z</dcterms:modified>
</cp:coreProperties>
</file>